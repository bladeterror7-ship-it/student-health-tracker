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59669"/>
                </a:solidFill>
              </a:defRPr>
            </a:pPr>
            <a:r>
              <a:t>WELLBE+</a:t>
            </a:r>
          </a:p>
          <a:p>
            <a:pPr algn="ctr">
              <a:spcBef>
                <a:spcPts val="1200"/>
              </a:spcBef>
              <a:defRPr sz="2000">
                <a:solidFill>
                  <a:srgbClr val="334155"/>
                </a:solidFill>
              </a:defRPr>
            </a:pPr>
            <a:r>
              <a:t>Healthy Habits, Better Life</a:t>
            </a:r>
            <a:br/>
            <a:r>
              <a:t>Сургуулийн эрүүл мэндийн цогц портал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9669"/>
                </a:solidFill>
              </a:defRPr>
            </a:pPr>
            <a:r>
              <a:t>Асуудал ба зорилго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Сургуулийн эрүүл мэндийн мэдээлэл тархсан, цаасан бүртгэлд үлддэг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Сурагч, эмч, эцэг эх хоорондын холбоо сул, үзлэгийн түүх алга болох эрсдэлтэй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WELLBE+ зорилго: нэг платформ дээр урьдчилан сэргийлэх, бүртгэх, хянах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Үр дүн: илүү тодорхой эмчийн шийдвэр, сурагчийн идэвхтэй оролцоо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284C7"/>
                </a:solidFill>
              </a:defRPr>
            </a:pPr>
            <a:r>
              <a:t>Системийн тойм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Вэб портал: wellbe-plus.com (локал: localhost:5173)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Гурван үндсэн хэрэглэгч: Сурагч · Админ (эмч/багш) · Эцэг эх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Дөрвөн модуль: Эмч · Сэтгэл зүй · Биеийн тамир · Vivera усны төсөл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Пастель өнгө, бөөрөнхий UI — сургуулийн орчинд ээлтэй дизайн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9488"/>
                </a:solidFill>
              </a:defRPr>
            </a:pPr>
            <a:r>
              <a:t>Хэрэглэгчийн эрх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59669"/>
                </a:solidFill>
              </a:defRPr>
            </a:pPr>
            <a:r>
              <a:t>Сурагч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3931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Имэйлээр нэвтрэх, ангийн профайл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Эмч: цаг захиалга, эмчээс асуух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Эмчийн үзлэгийн түүх (шүд, нүд, амьсгал, даралт, пульс)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Сэтгэл зүй: сэтгэл хөдлөл, тест, амьсгалын дасгал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Биеийн тамир: идэвх, оноо, видео заавар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09728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59669"/>
                </a:solidFill>
              </a:defRPr>
            </a:pPr>
            <a:r>
              <a:t>Админ &amp; Эцэг эх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600200"/>
            <a:ext cx="3931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Админ: бүх сурагчийн бүртгэл, үзлэг оруулах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Интерактив эмчийн үзлэг (шүдийн зураг, хараа, ECG)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Эмчийн асуултын хайрцаг, анхааруулга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• Эцэг эх: холбогдсон хүүхдийн тойм, Vivera хяналт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Эмчийн модуль — Сурагч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Эмчийн цаг захиалга (7 хоногийн хуваарь, цаг сонгох)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Эмчээс асуух (нэр нууцлах сонголттой)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Ерөнхий төлөв, сүүлийн үзлэгийн огноо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Үзлэгийн түүх — олон удаагийн бүртгэл, өмнөх үзлэгүүд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Эрүүл мэндийн анхааруулга харах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9669"/>
                </a:solidFill>
              </a:defRPr>
            </a:pPr>
            <a:r>
              <a:t>Эмчийн модуль — Админ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Сурагч сонгоод «Шинэ үзлэг» — огноотой түүх үүсгэнэ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Шүд: интерактив шүдний зураг (цоорсон, ломбодсон)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Нүд: OD/OS хараа, Snellen хүснэгт, доогуур анхааруулга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Цусны даралт: Systolic/Diastolic + механик хэмжүүр визуал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Пульс: BPM + ECG монитор долгион (өндөр пульсэд хурдасна)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Амьсгал: зүрх ууш, уушгин, ханиалга, сонсгол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Тайлбарт нэгтгэх → сурагчид автоматаар харагдана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D28D9"/>
                </a:solidFill>
              </a:defRPr>
            </a:pPr>
            <a:r>
              <a:t>Сэтгэл зүйн модуль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Сэтгэл хөдлөлийн сан: 6 төрөл, тодорхойлолт, зохицуулах арга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Хайрын хэлийн тест (30 асуулт, 5 хэл)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Геометрийн сэтгэл зүйн тест (5 дүрс)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Өдрийн сэтгэл, амьсгалын дасгал, нөөц материал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Админ: сэтгэл зүйчийн самбар, захиалга, мэдэгдэл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284C7"/>
                </a:solidFill>
              </a:defRPr>
            </a:pPr>
            <a:r>
              <a:t>Биеийн тамир &amp; Vivera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Биеийн тамир: идэвх, оноо бүртгэл, админ хяналт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Видео заавар upload (админ → сурагч үзнэ)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Vivera усны төсөл: усны хэрэглээ, сурагч/эцэг эх хяналт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Бүх модуль нэг WELLBE+ брэндийн доор нэгдсэн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4155"/>
                </a:solidFill>
              </a:defRPr>
            </a:pPr>
            <a:r>
              <a:t>Технологийн стек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Frontend: React 19, TypeScript, Vite, Tailwind CSS 4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Анимаци: Framer Motion · График: Recharts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Backend: Vercel Serverless API + Express (локал dev)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Өгөгдлийн сан: Neon PostgreSQL (сурагч, портал, үзлэг, асуулт)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Нэвтрэх: bcrypt, role-based (student / admin / parent)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Өгөгдөл хадгалалт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clinical_exams: үзлэг бүр Neon дээр (огноо + JSON state)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Сурагч бүрт олон үзлэгийн түүх — устгахгүй, хугацааны хязгааргүй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Локал cache: хурдан UI, сервертэй автомат синк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Эмчийн асуулт, бүртгэл, анхааруулга — төвлөрсөн удирдлага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Production: GitHub → Vercel auto-deploy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138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9669"/>
                </a:solidFill>
              </a:defRPr>
            </a:pPr>
            <a:r>
              <a:t>Аюулгүй байдал &amp; хандалт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Эрхээр хязгаарласан хуудас (/dashboard, /admin, /parent)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Админ бүртгэл: урилгын код (PE-ADMIN-2026)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Эцэг эх: хүүхдийн бүртгэлтэй холбоотой данс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Нууц үг: hash хадгалалт (Neon)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Responsive вэб — компьютер, таблет, утас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8046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59669"/>
                </a:solidFill>
              </a:defRPr>
            </a:pPr>
            <a:r>
              <a:t>Баярлалаа!</a:t>
            </a:r>
          </a:p>
          <a:p>
            <a:pPr algn="ctr">
              <a:spcBef>
                <a:spcPts val="1200"/>
              </a:spcBef>
              <a:defRPr sz="2000">
                <a:solidFill>
                  <a:srgbClr val="334155"/>
                </a:solidFill>
              </a:defRPr>
            </a:pPr>
            <a:r>
              <a:t>WELLBE+ · wellbe-plus.com</a:t>
            </a:r>
            <a:br/>
            <a:r>
              <a:t>Асуулт байвал холбогдоорой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